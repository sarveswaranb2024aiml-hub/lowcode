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rPr dirty="0"/>
              <a:t>Career Pathways and the Future of Low-Code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6634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6F0F5"/>
                </a:solidFill>
              </a:defRPr>
            </a:pPr>
            <a:r>
              <a:t>Low-code skills • Career roles • Future trends • Student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Explain low-code development and where it is used.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Explore career pathways and required skills.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Discuss opportunities, limitations, and future trends.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Create a practical learning roadmap for students.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What Is Low-Code Development?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rPr dirty="0"/>
              <a:t>Build applications using visual tools, reusable components, and workflows.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rPr dirty="0"/>
              <a:t>Reduce repetitive coding—but programming knowledge remains valuable.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rPr dirty="0"/>
              <a:t>Examples: Zoho Creator, Power Apps, </a:t>
            </a:r>
            <a:r>
              <a:rPr dirty="0" err="1"/>
              <a:t>OutSystems</a:t>
            </a:r>
            <a:r>
              <a:rPr dirty="0"/>
              <a:t>, </a:t>
            </a:r>
            <a:r>
              <a:rPr dirty="0" err="1"/>
              <a:t>Mendix</a:t>
            </a:r>
            <a:r>
              <a:rPr dirty="0"/>
              <a:t>, Salesforce Platform.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rPr dirty="0"/>
              <a:t>Typical uses: internal apps, approvals, dashboards, portals, and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Career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Low-Code Application Developer — forms, reports, workflows, dashboards.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Business Analyst / Low-Code Consultant — requirements and process design.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Automation Specialist — approval flows, notifications, and task routing.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Integration Developer — APIs, webhooks, JSON, and external systems.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Platform Administrator / Governance Specialist — users, roles,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Advanced Career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Solution Architect — architecture, data models, integrations, and security.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Pro-Code Extension Developer — custom code, APIs, and backend services.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Data &amp; AI Automation Specialist — data-driven workflows and AI services.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Advanced roles benefit from project experience and engineering fundamentals.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Skills Employers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Platform: forms, reports, dashboards, workflows, permissions.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Programming: conditions, loops, functions, debugging, data structures.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Data: relational modelling, SQL, validation, and data quality.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Integration: REST APIs, JSON, authentication, and error handling.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Professional: communication, testing, documentation, teamwork.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Student 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1. Learn one platform and basic data modelling.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2. Build a small app with forms, reports, and dashboards.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3. Add workflows, validation, and role-based access.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4. Connect an API or external service; practise secure authentication.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5. Test, document, deploy, and publish a portfolio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Future Trend: AI-Assisted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AI may help draft forms, workflows, formulas, documentation, and test cases.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Developers still need to validate generated logic and test edge cases.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Human judgement remains essential for privacy, security, accuracy, and business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Future Trend: Low-Code + Pro-Code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Low-code can handle standard business workflows and interfaces.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Custom code and backend services can address specialized requirements.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APIs and integration tools connect applications across an organization.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Hybrid approaches balance speed, flexibility,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Challenges to Consider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Platform-specific limits and licensing costs.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Vendor lock-in and migration complexity.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Performance and customization constraints for complex workloads.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Security, access control, governance, and testing requirements.</a:t>
            </a:r>
          </a:p>
          <a:p>
            <a:pPr>
              <a:spcAft>
                <a:spcPts val="1400"/>
              </a:spcAft>
              <a:defRPr sz="1700">
                <a:solidFill>
                  <a:srgbClr val="2D3C46"/>
                </a:solidFill>
              </a:defRPr>
            </a:pPr>
            <a:r>
              <a:t>Assess the use case and test a proof of concept before committing.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Example: Rainwater Harvesting Record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Forms: rainfall records, storage tanks, and water usage.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Reports and dashboard: rainfall trends, tank levels, and usage by purpose.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Automation: rainfall calculation and tank-level alert.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Demonstrates data modelling, workflows, permissions, reporting,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374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Low-code offers opportunities in development, analysis, automation, integration, and governance.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The future is likely to combine visual development, AI assistance, and pro-code extensions.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Build platform expertise alongside programming, data, API, security, and testing skills.</a:t>
            </a:r>
          </a:p>
          <a:p>
            <a:pPr>
              <a:spcAft>
                <a:spcPts val="1400"/>
              </a:spcAft>
              <a:defRPr sz="2000">
                <a:solidFill>
                  <a:srgbClr val="2D3C46"/>
                </a:solidFill>
              </a:defRPr>
            </a:pPr>
            <a:r>
              <a:t>A strong portfolio shows working features and sound engineering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D87"/>
                </a:solidFill>
              </a:defRPr>
            </a:pPr>
            <a:r>
              <a:t>Career Pathways &amp; Future of Low-Code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682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Harishma R G</dc:creator>
  <cp:keywords/>
  <dc:description>generated using python-pptx</dc:description>
  <cp:lastModifiedBy>harishma23082006@outlook.com</cp:lastModifiedBy>
  <cp:revision>2</cp:revision>
  <dcterms:created xsi:type="dcterms:W3CDTF">2013-01-27T09:14:16Z</dcterms:created>
  <dcterms:modified xsi:type="dcterms:W3CDTF">2026-10-20T21:20:23Z</dcterms:modified>
  <cp:category/>
</cp:coreProperties>
</file>